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1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29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776288"/>
            <a:ext cx="8298656" cy="1470025"/>
          </a:xfrm>
        </p:spPr>
        <p:txBody>
          <a:bodyPr/>
          <a:lstStyle/>
          <a:p>
            <a:pPr algn="ctr"/>
            <a:r>
              <a:rPr lang="en-GB" dirty="0" smtClean="0"/>
              <a:t> Environment Pollution: A Global Challenge 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657600"/>
            <a:ext cx="8062912" cy="1752600"/>
          </a:xfrm>
        </p:spPr>
        <p:txBody>
          <a:bodyPr>
            <a:normAutofit fontScale="70000" lnSpcReduction="20000"/>
          </a:bodyPr>
          <a:lstStyle/>
          <a:p>
            <a:endParaRPr lang="en-GB" dirty="0" smtClean="0"/>
          </a:p>
          <a:p>
            <a:endParaRPr lang="en-GB" dirty="0" smtClean="0"/>
          </a:p>
          <a:p>
            <a:pPr algn="ctr"/>
            <a:r>
              <a:rPr lang="en-GB" b="1" dirty="0" smtClean="0"/>
              <a:t>Presenter:</a:t>
            </a:r>
          </a:p>
          <a:p>
            <a:pPr algn="ctr"/>
            <a:endParaRPr lang="en-GB" b="1" dirty="0" smtClean="0"/>
          </a:p>
          <a:p>
            <a:pPr algn="ctr"/>
            <a:r>
              <a:rPr lang="en-GB" b="1" dirty="0" err="1" smtClean="0"/>
              <a:t>Zakia</a:t>
            </a:r>
            <a:r>
              <a:rPr lang="en-GB" b="1" dirty="0" smtClean="0"/>
              <a:t> </a:t>
            </a:r>
            <a:r>
              <a:rPr lang="en-GB" b="1" dirty="0" err="1" smtClean="0"/>
              <a:t>Tabassum</a:t>
            </a:r>
            <a:endParaRPr lang="en-GB" b="1" dirty="0" smtClean="0"/>
          </a:p>
          <a:p>
            <a:pPr algn="ctr"/>
            <a:r>
              <a:rPr lang="en-GB" b="1" dirty="0" smtClean="0"/>
              <a:t>ID: SO-02-07</a:t>
            </a:r>
            <a:endParaRPr lang="en-GB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23622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Understanding Causes, Effects, and Solutions</a:t>
            </a:r>
            <a:endParaRPr lang="en-GB" dirty="0"/>
          </a:p>
        </p:txBody>
      </p:sp>
    </p:spTree>
  </p:cSld>
  <p:clrMapOvr>
    <a:masterClrMapping/>
  </p:clrMapOvr>
  <p:transition spd="med">
    <p:wipe dir="d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 smtClean="0"/>
              <a:t>What is Environmental Pollution?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752600"/>
            <a:ext cx="7391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The introduction of harmful substances or products into the environment indicates environment pollution.</a:t>
            </a:r>
          </a:p>
          <a:p>
            <a:endParaRPr lang="en-GB" dirty="0" smtClean="0"/>
          </a:p>
          <a:p>
            <a:r>
              <a:rPr lang="en-GB" dirty="0" smtClean="0"/>
              <a:t>There are several types of environment pollution which are as following: </a:t>
            </a:r>
          </a:p>
          <a:p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 Air Pollution</a:t>
            </a:r>
          </a:p>
          <a:p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 Water Pollution</a:t>
            </a:r>
          </a:p>
          <a:p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 Soil Pollution</a:t>
            </a:r>
          </a:p>
          <a:p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 Noise Pollution</a:t>
            </a:r>
          </a:p>
          <a:p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 Light Pollution</a:t>
            </a:r>
          </a:p>
          <a:p>
            <a:endParaRPr lang="en-GB" dirty="0"/>
          </a:p>
        </p:txBody>
      </p:sp>
    </p:spTree>
  </p:cSld>
  <p:clrMapOvr>
    <a:masterClrMapping/>
  </p:clrMapOvr>
  <p:transition spd="med">
    <p:randomBar dir="vert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990600"/>
            <a:ext cx="7239000" cy="5847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/>
              <a:t>Causes of Environmental Pollution</a:t>
            </a:r>
            <a:endParaRPr lang="en-GB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209800"/>
            <a:ext cx="73914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400" dirty="0" smtClean="0"/>
              <a:t> Industrial emissions and vehicle exhaust. </a:t>
            </a:r>
          </a:p>
          <a:p>
            <a:endParaRPr lang="en-GB" sz="2400" dirty="0" smtClean="0"/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 Deforestation and agriculture. </a:t>
            </a:r>
          </a:p>
          <a:p>
            <a:endParaRPr lang="en-GB" sz="2400" dirty="0" smtClean="0"/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 Improper waste disposal and plastic use.</a:t>
            </a:r>
          </a:p>
          <a:p>
            <a:endParaRPr lang="en-GB" sz="2400" dirty="0" smtClean="0"/>
          </a:p>
          <a:p>
            <a:pPr>
              <a:buFont typeface="Wingdings" pitchFamily="2" charset="2"/>
              <a:buChar char="q"/>
            </a:pPr>
            <a:r>
              <a:rPr lang="en-GB" sz="2400" dirty="0" smtClean="0"/>
              <a:t> Overpopulation and urbanization.  </a:t>
            </a:r>
          </a:p>
          <a:p>
            <a:endParaRPr lang="en-GB" dirty="0"/>
          </a:p>
        </p:txBody>
      </p:sp>
    </p:spTree>
  </p:cSld>
  <p:clrMapOvr>
    <a:masterClrMapping/>
  </p:clrMapOvr>
  <p:transition spd="med">
    <p:blinds/>
    <p:sndAc>
      <p:stSnd>
        <p:snd r:embed="rId2" name="wind.wav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66800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/>
              <a:t>Effects of Pollution on the Environment:</a:t>
            </a:r>
            <a:endParaRPr lang="en-GB" sz="3200" b="1" dirty="0"/>
          </a:p>
        </p:txBody>
      </p:sp>
      <p:pic>
        <p:nvPicPr>
          <p:cNvPr id="3" name="Picture 2" descr="downloa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1752601"/>
            <a:ext cx="4343400" cy="47243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/>
          <p:cNvSpPr txBox="1"/>
          <p:nvPr/>
        </p:nvSpPr>
        <p:spPr>
          <a:xfrm>
            <a:off x="762000" y="2362200"/>
            <a:ext cx="3505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GB" dirty="0" smtClean="0"/>
              <a:t> Climate change and global warming. </a:t>
            </a:r>
          </a:p>
          <a:p>
            <a:r>
              <a:rPr lang="en-GB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GB" dirty="0" smtClean="0"/>
              <a:t> Habitat destruction and biodiversity loss.  </a:t>
            </a:r>
          </a:p>
          <a:p>
            <a:endParaRPr lang="en-GB" dirty="0" smtClean="0"/>
          </a:p>
          <a:p>
            <a:pPr>
              <a:buFont typeface="Wingdings" pitchFamily="2" charset="2"/>
              <a:buChar char="Ø"/>
            </a:pPr>
            <a:r>
              <a:rPr lang="en-GB" dirty="0" smtClean="0"/>
              <a:t> Health issues in humans and animals.  </a:t>
            </a:r>
          </a:p>
          <a:p>
            <a:endParaRPr lang="en-GB" dirty="0" smtClean="0"/>
          </a:p>
          <a:p>
            <a:pPr>
              <a:buFont typeface="Wingdings" pitchFamily="2" charset="2"/>
              <a:buChar char="Ø"/>
            </a:pPr>
            <a:r>
              <a:rPr lang="en-GB" dirty="0" smtClean="0"/>
              <a:t> Contamination of resources.  </a:t>
            </a:r>
          </a:p>
          <a:p>
            <a:pPr>
              <a:buFont typeface="Wingdings" pitchFamily="2" charset="2"/>
              <a:buChar char="Ø"/>
            </a:pPr>
            <a:endParaRPr lang="en-GB" dirty="0"/>
          </a:p>
        </p:txBody>
      </p:sp>
    </p:spTree>
  </p:cSld>
  <p:clrMapOvr>
    <a:masterClrMapping/>
  </p:clrMapOvr>
  <p:transition spd="med">
    <p:blinds dir="vert"/>
    <p:sndAc>
      <p:stSnd>
        <p:snd r:embed="rId2" name="bomb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6096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Effects of Pollution on Human </a:t>
            </a:r>
            <a:r>
              <a:rPr lang="en-GB" sz="2800" b="1" dirty="0" smtClean="0"/>
              <a:t>Health</a:t>
            </a:r>
            <a:endParaRPr lang="en-GB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676400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- Respiratory and cardiovascular diseases.</a:t>
            </a:r>
          </a:p>
          <a:p>
            <a:r>
              <a:rPr lang="en-GB" dirty="0" smtClean="0"/>
              <a:t>- Increased cancer risks.</a:t>
            </a:r>
          </a:p>
          <a:p>
            <a:r>
              <a:rPr lang="en-GB" dirty="0" smtClean="0"/>
              <a:t>- Waterborne diseases.</a:t>
            </a:r>
          </a:p>
          <a:p>
            <a:r>
              <a:rPr lang="en-GB" dirty="0" smtClean="0"/>
              <a:t>- Psychological impacts of noise and light pollution.</a:t>
            </a:r>
            <a:endParaRPr lang="en-GB" dirty="0"/>
          </a:p>
        </p:txBody>
      </p:sp>
      <p:pic>
        <p:nvPicPr>
          <p:cNvPr id="4" name="Picture 3" descr="download (1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200" y="3276600"/>
            <a:ext cx="7886700" cy="3133725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219200"/>
            <a:ext cx="7543800" cy="523220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i="1" dirty="0" smtClean="0"/>
              <a:t>Role of Individuals in Combating Pollution</a:t>
            </a:r>
            <a:endParaRPr lang="en-GB" sz="28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2819400"/>
            <a:ext cx="7391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Courier New" pitchFamily="49" charset="0"/>
              <a:buChar char="o"/>
            </a:pPr>
            <a:r>
              <a:rPr lang="en-GB" sz="2000" dirty="0" smtClean="0"/>
              <a:t> Reduce, Reuse, Recycle.  </a:t>
            </a:r>
          </a:p>
          <a:p>
            <a:pPr>
              <a:buFont typeface="Courier New" pitchFamily="49" charset="0"/>
              <a:buChar char="o"/>
            </a:pPr>
            <a:endParaRPr lang="en-GB" sz="2000" dirty="0" smtClean="0"/>
          </a:p>
          <a:p>
            <a:pPr>
              <a:buFont typeface="Courier New" pitchFamily="49" charset="0"/>
              <a:buChar char="o"/>
            </a:pPr>
            <a:r>
              <a:rPr lang="en-GB" sz="2000" dirty="0" smtClean="0"/>
              <a:t> Use public transport or carpool.</a:t>
            </a:r>
          </a:p>
          <a:p>
            <a:pPr>
              <a:buFont typeface="Courier New" pitchFamily="49" charset="0"/>
              <a:buChar char="o"/>
            </a:pPr>
            <a:endParaRPr lang="en-GB" sz="2000" dirty="0" smtClean="0"/>
          </a:p>
          <a:p>
            <a:pPr>
              <a:buFont typeface="Courier New" pitchFamily="49" charset="0"/>
              <a:buChar char="o"/>
            </a:pPr>
            <a:r>
              <a:rPr lang="en-GB" sz="2000" dirty="0" smtClean="0"/>
              <a:t> Avoid single-use plastics. </a:t>
            </a:r>
          </a:p>
          <a:p>
            <a:endParaRPr lang="en-GB" sz="2000" dirty="0" smtClean="0"/>
          </a:p>
          <a:p>
            <a:pPr>
              <a:buFont typeface="Courier New" pitchFamily="49" charset="0"/>
              <a:buChar char="o"/>
            </a:pPr>
            <a:r>
              <a:rPr lang="en-GB" sz="2000" dirty="0" smtClean="0"/>
              <a:t> Spread awareness</a:t>
            </a:r>
            <a:endParaRPr lang="en-GB" sz="2000" dirty="0"/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3" cstate="print"/>
          <a:srcRect r="461" b="10345"/>
          <a:stretch>
            <a:fillRect/>
          </a:stretch>
        </p:blipFill>
        <p:spPr>
          <a:xfrm>
            <a:off x="5791200" y="2667000"/>
            <a:ext cx="2611315" cy="251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comb/>
    <p:sndAc>
      <p:stSnd>
        <p:snd r:embed="rId2" name="push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685800"/>
            <a:ext cx="647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 smtClean="0"/>
              <a:t>Conclusion</a:t>
            </a:r>
            <a:endParaRPr lang="en-GB" sz="5400" b="1" dirty="0"/>
          </a:p>
        </p:txBody>
      </p:sp>
      <p:pic>
        <p:nvPicPr>
          <p:cNvPr id="3" name="Picture 2" descr="download (1).jpg"/>
          <p:cNvPicPr>
            <a:picLocks noChangeAspect="1"/>
          </p:cNvPicPr>
          <p:nvPr/>
        </p:nvPicPr>
        <p:blipFill>
          <a:blip r:embed="rId3" cstate="print"/>
          <a:srcRect b="6695"/>
          <a:stretch>
            <a:fillRect/>
          </a:stretch>
        </p:blipFill>
        <p:spPr>
          <a:xfrm>
            <a:off x="381000" y="2305050"/>
            <a:ext cx="4191000" cy="424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00600" y="3352800"/>
            <a:ext cx="4038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i="1" dirty="0" smtClean="0"/>
              <a:t>Environmental pollution is a global issue that requires collective action.  </a:t>
            </a:r>
          </a:p>
          <a:p>
            <a:pPr algn="r"/>
            <a:r>
              <a:rPr lang="en-GB" b="1" i="1" dirty="0" smtClean="0"/>
              <a:t>Small steps by individuals can lead to significant change</a:t>
            </a:r>
            <a:r>
              <a:rPr lang="en-GB" dirty="0" smtClean="0"/>
              <a:t>.  </a:t>
            </a:r>
          </a:p>
          <a:p>
            <a:pPr algn="r"/>
            <a:endParaRPr lang="en-GB" dirty="0"/>
          </a:p>
        </p:txBody>
      </p:sp>
    </p:spTree>
  </p:cSld>
  <p:clrMapOvr>
    <a:masterClrMapping/>
  </p:clrMapOvr>
  <p:transition spd="med">
    <p:wedge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1752600"/>
            <a:ext cx="632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b="1" dirty="0" smtClean="0">
                <a:latin typeface="Times New Roman" pitchFamily="18" charset="0"/>
                <a:cs typeface="Times New Roman" pitchFamily="18" charset="0"/>
              </a:rPr>
              <a:t>Thank You!</a:t>
            </a:r>
            <a:endParaRPr lang="en-GB" sz="8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52600" y="3886200"/>
            <a:ext cx="5791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GB" sz="2000" b="1" dirty="0" smtClean="0"/>
              <a:t>Do you have any questions?  </a:t>
            </a:r>
          </a:p>
          <a:p>
            <a:endParaRPr lang="en-GB" dirty="0"/>
          </a:p>
        </p:txBody>
      </p:sp>
    </p:spTree>
  </p:cSld>
  <p:clrMapOvr>
    <a:masterClrMapping/>
  </p:clrMapOvr>
  <p:transition spd="med">
    <p:split dir="in"/>
    <p:sndAc>
      <p:stSnd>
        <p:snd r:embed="rId2" name="wind.wav"/>
      </p:stSnd>
    </p:sndAc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41</TotalTime>
  <Words>220</Words>
  <Application>Microsoft Office PowerPoint</Application>
  <PresentationFormat>On-screen Show (4:3)</PresentationFormat>
  <Paragraphs>56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Verve</vt:lpstr>
      <vt:lpstr> Environment Pollution: A Global Challenge  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Environment Pollution: A Global Challenge  </dc:title>
  <dc:creator>rani gulshan</dc:creator>
  <cp:lastModifiedBy>rani gulshan</cp:lastModifiedBy>
  <cp:revision>6</cp:revision>
  <dcterms:created xsi:type="dcterms:W3CDTF">2006-08-16T00:00:00Z</dcterms:created>
  <dcterms:modified xsi:type="dcterms:W3CDTF">2024-12-07T17:48:03Z</dcterms:modified>
</cp:coreProperties>
</file>